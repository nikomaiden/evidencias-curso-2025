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latin typeface="Calibri Light"/>
              </a:defRPr>
            </a:pPr>
            <a:r>
              <a:t>Microsoft Copilot: El asistente de IA para la productividad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latin typeface="Calibri"/>
              </a:defRPr>
            </a:pPr>
            <a:r>
              <a:t>Una visión general de sus características, historia y aplicaciones académicas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Copilot?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Asistente de IA conversacional desarrollado por Microsoft.</a:t>
            </a:r>
          </a:p>
          <a:p>
            <a:pPr>
              <a:defRPr sz="2000">
                <a:latin typeface="Calibri"/>
              </a:defRPr>
            </a:pPr>
            <a:r>
              <a:t>Basado en modelos avanzados como GPT-5.</a:t>
            </a:r>
          </a:p>
          <a:p>
            <a:pPr>
              <a:defRPr sz="2000">
                <a:latin typeface="Calibri"/>
              </a:defRPr>
            </a:pPr>
            <a:r>
              <a:t>Tecnologías multimodales: texto, imágenes, código.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Principales 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Generación y edición de texto.</a:t>
            </a:r>
          </a:p>
          <a:p>
            <a:pPr>
              <a:defRPr sz="2000">
                <a:latin typeface="Calibri"/>
              </a:defRPr>
            </a:pPr>
            <a:r>
              <a:t>Análisis de datos en Excel.</a:t>
            </a:r>
          </a:p>
          <a:p>
            <a:pPr>
              <a:defRPr sz="2000">
                <a:latin typeface="Calibri"/>
              </a:defRPr>
            </a:pPr>
            <a:r>
              <a:t>Creación de presentaciones en PowerPoint.</a:t>
            </a:r>
          </a:p>
          <a:p>
            <a:pPr>
              <a:defRPr sz="2000">
                <a:latin typeface="Calibri"/>
              </a:defRPr>
            </a:pPr>
            <a:r>
              <a:t>Automatización de tareas en Outlook y Teams.</a:t>
            </a:r>
          </a:p>
          <a:p>
            <a:pPr>
              <a:defRPr sz="2000">
                <a:latin typeface="Calibri"/>
              </a:defRPr>
            </a:pPr>
            <a:r>
              <a:t>Asistencia en programación.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Historia y evolución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Lanzamiento inicial en 2023.</a:t>
            </a:r>
          </a:p>
          <a:p>
            <a:pPr>
              <a:defRPr sz="2000">
                <a:latin typeface="Calibri"/>
              </a:defRPr>
            </a:pPr>
            <a:r>
              <a:t>Integración progresiva en Microsoft 365.</a:t>
            </a:r>
          </a:p>
          <a:p>
            <a:pPr>
              <a:defRPr sz="2000">
                <a:latin typeface="Calibri"/>
              </a:defRPr>
            </a:pPr>
            <a:r>
              <a:t>Expansión hacia educación y empresas.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Licenciamiento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No es freeware ni open source.</a:t>
            </a:r>
          </a:p>
          <a:p>
            <a:pPr>
              <a:defRPr sz="2000">
                <a:latin typeface="Calibri"/>
              </a:defRPr>
            </a:pPr>
            <a:r>
              <a:t>Se ofrece bajo suscripción.</a:t>
            </a:r>
          </a:p>
          <a:p>
            <a:pPr>
              <a:defRPr sz="2000">
                <a:latin typeface="Calibri"/>
              </a:defRPr>
            </a:pPr>
            <a:r>
              <a:t>Versiones limitadas gratuitas en entornos educativos.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Aplicaciones académicas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Apoyo en redacción de ensayos e informes.</a:t>
            </a:r>
          </a:p>
          <a:p>
            <a:pPr>
              <a:defRPr sz="2000">
                <a:latin typeface="Calibri"/>
              </a:defRPr>
            </a:pPr>
            <a:r>
              <a:t>Creación de materiales didácticos.</a:t>
            </a:r>
          </a:p>
          <a:p>
            <a:pPr>
              <a:defRPr sz="2000">
                <a:latin typeface="Calibri"/>
              </a:defRPr>
            </a:pPr>
            <a:r>
              <a:t>Análisis de datos para investigación.</a:t>
            </a:r>
          </a:p>
          <a:p>
            <a:pPr>
              <a:defRPr sz="2000">
                <a:latin typeface="Calibri"/>
              </a:defRPr>
            </a:pPr>
            <a:r>
              <a:t>Generación de cuestionarios y guías de estudio.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Herramienta poderosa para productividad y educación.</a:t>
            </a:r>
          </a:p>
          <a:p>
            <a:pPr>
              <a:defRPr sz="2000">
                <a:latin typeface="Calibri"/>
              </a:defRPr>
            </a:pPr>
            <a:r>
              <a:t>Complementa el trabajo humano, no lo sustituye.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